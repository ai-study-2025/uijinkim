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0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19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59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15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06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08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17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42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225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42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814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91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E5F7A-0393-409C-B7A4-9C9570896D01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BA30-CAD8-4360-A7EF-75FEE9CF1B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14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RT-1 (robot transformer)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38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content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1. task</a:t>
            </a:r>
          </a:p>
          <a:p>
            <a:r>
              <a:rPr lang="en-US" altLang="ko-KR" dirty="0" smtClean="0"/>
              <a:t>2. dataset</a:t>
            </a:r>
          </a:p>
          <a:p>
            <a:r>
              <a:rPr lang="en-US" altLang="ko-KR" dirty="0" smtClean="0"/>
              <a:t>3. </a:t>
            </a:r>
            <a:r>
              <a:rPr lang="en-US" altLang="ko-KR" dirty="0" smtClean="0"/>
              <a:t>Preliminaries </a:t>
            </a:r>
          </a:p>
          <a:p>
            <a:r>
              <a:rPr lang="en-US" altLang="ko-KR" dirty="0" smtClean="0"/>
              <a:t>4. model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93390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Task define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building </a:t>
            </a:r>
            <a:r>
              <a:rPr lang="en-US" altLang="ko-KR" dirty="0"/>
              <a:t>and </a:t>
            </a:r>
            <a:r>
              <a:rPr lang="en-US" altLang="ko-KR" dirty="0" smtClean="0"/>
              <a:t>demonstrating </a:t>
            </a:r>
            <a:r>
              <a:rPr lang="en-US" altLang="ko-KR" dirty="0"/>
              <a:t>a general robot learning system that can </a:t>
            </a:r>
            <a:r>
              <a:rPr lang="en-US" altLang="ko-KR" dirty="0" smtClean="0"/>
              <a:t>absorb large </a:t>
            </a:r>
            <a:r>
              <a:rPr lang="en-US" altLang="ko-KR" dirty="0"/>
              <a:t>amounts of data and generalize </a:t>
            </a:r>
            <a:r>
              <a:rPr lang="en-US" altLang="ko-KR" dirty="0" smtClean="0"/>
              <a:t>effectively by using Transformer architecture</a:t>
            </a:r>
          </a:p>
          <a:p>
            <a:endParaRPr lang="en-US" altLang="ko-KR" dirty="0"/>
          </a:p>
          <a:p>
            <a:r>
              <a:rPr lang="en-US" altLang="ko-KR" dirty="0" smtClean="0"/>
              <a:t>7 </a:t>
            </a:r>
            <a:r>
              <a:rPr lang="en-US" altLang="ko-KR" dirty="0" err="1" smtClean="0"/>
              <a:t>DOF</a:t>
            </a:r>
            <a:r>
              <a:rPr lang="en-US" altLang="ko-KR" dirty="0" smtClean="0"/>
              <a:t> (x, y, z, roll, pitch, yaw, grip)</a:t>
            </a:r>
          </a:p>
          <a:p>
            <a:r>
              <a:rPr lang="en-US" altLang="ko-KR" dirty="0" smtClean="0"/>
              <a:t>three of environment (kitchens)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262" y="3083566"/>
            <a:ext cx="4267698" cy="322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52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Dataset composition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Some simple instructions</a:t>
            </a:r>
          </a:p>
          <a:p>
            <a:r>
              <a:rPr lang="en-US" altLang="ko-KR" dirty="0" smtClean="0"/>
              <a:t>Two type of split pivot ( skill, object )</a:t>
            </a:r>
          </a:p>
          <a:p>
            <a:endParaRPr lang="en-US" altLang="ko-KR" dirty="0"/>
          </a:p>
          <a:p>
            <a:r>
              <a:rPr lang="en-US" altLang="ko-KR" dirty="0" smtClean="0"/>
              <a:t>Ex) pick up coke can, throw apple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0" y="2837889"/>
            <a:ext cx="10774279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990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Preliminaries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aim to learn robot policies to solve language-conditioned tasks from vision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RT-1 uses a Transformer </a:t>
            </a:r>
            <a:r>
              <a:rPr lang="en-US" altLang="ko-KR" dirty="0" smtClean="0"/>
              <a:t>to </a:t>
            </a:r>
            <a:r>
              <a:rPr lang="en-US" altLang="ko-KR" dirty="0"/>
              <a:t>parameterize the policy π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dataset D = {(</a:t>
            </a:r>
            <a:r>
              <a:rPr lang="en-US" altLang="ko-KR" dirty="0" err="1"/>
              <a:t>i</a:t>
            </a:r>
            <a:r>
              <a:rPr lang="en-US" altLang="ko-KR" dirty="0"/>
              <a:t>(n), {(</a:t>
            </a:r>
            <a:r>
              <a:rPr lang="en-US" altLang="ko-KR" dirty="0" smtClean="0"/>
              <a:t>x(n)_t </a:t>
            </a:r>
            <a:r>
              <a:rPr lang="en-US" altLang="ko-KR" dirty="0"/>
              <a:t>, </a:t>
            </a:r>
            <a:r>
              <a:rPr lang="en-US" altLang="ko-KR" dirty="0" smtClean="0"/>
              <a:t>a(n)_t </a:t>
            </a:r>
            <a:r>
              <a:rPr lang="en-US" altLang="ko-KR" dirty="0"/>
              <a:t>)}</a:t>
            </a:r>
            <a:r>
              <a:rPr lang="en-US" altLang="ko-KR" dirty="0" smtClean="0"/>
              <a:t>T(n)_t=0 </a:t>
            </a:r>
            <a:r>
              <a:rPr lang="en-US" altLang="ko-KR" dirty="0"/>
              <a:t>)}</a:t>
            </a:r>
            <a:r>
              <a:rPr lang="en-US" altLang="ko-KR" dirty="0" err="1" smtClean="0"/>
              <a:t>N_n</a:t>
            </a:r>
            <a:r>
              <a:rPr lang="en-US" altLang="ko-KR" dirty="0" smtClean="0"/>
              <a:t>=0 </a:t>
            </a:r>
            <a:r>
              <a:rPr lang="en-US" altLang="ko-KR" dirty="0"/>
              <a:t>of episodes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946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Model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046" y="365125"/>
            <a:ext cx="3806554" cy="620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88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Instruction and image tokenization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7056120" cy="4351338"/>
          </a:xfrm>
        </p:spPr>
        <p:txBody>
          <a:bodyPr/>
          <a:lstStyle/>
          <a:p>
            <a:r>
              <a:rPr lang="en-US" altLang="ko-KR" dirty="0" smtClean="0"/>
              <a:t>Input : 6 image (300 x 300), instruction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Image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altLang="ko-KR" dirty="0" err="1" smtClean="0">
                <a:sym typeface="Wingdings" panose="05000000000000000000" pitchFamily="2" charset="2"/>
              </a:rPr>
              <a:t>EfficientNetB3</a:t>
            </a:r>
            <a:r>
              <a:rPr lang="en-US" altLang="ko-KR" dirty="0" smtClean="0">
                <a:sym typeface="Wingdings" panose="05000000000000000000" pitchFamily="2" charset="2"/>
              </a:rPr>
              <a:t>  feature map (9 x 9 x 512)</a:t>
            </a:r>
            <a:endParaRPr lang="en-US" altLang="ko-KR" dirty="0"/>
          </a:p>
          <a:p>
            <a:r>
              <a:rPr lang="en-US" altLang="ko-KR" dirty="0" smtClean="0"/>
              <a:t>Instruction </a:t>
            </a:r>
            <a:r>
              <a:rPr lang="en-US" altLang="ko-KR" dirty="0" smtClean="0">
                <a:sym typeface="Wingdings" panose="05000000000000000000" pitchFamily="2" charset="2"/>
              </a:rPr>
              <a:t> Sentence Encoder  </a:t>
            </a:r>
            <a:r>
              <a:rPr lang="en-US" altLang="ko-KR" dirty="0" err="1" smtClean="0">
                <a:sym typeface="Wingdings" panose="05000000000000000000" pitchFamily="2" charset="2"/>
              </a:rPr>
              <a:t>FiLM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160" y="1404486"/>
            <a:ext cx="3088640" cy="503454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265160" y="1395481"/>
            <a:ext cx="3088640" cy="2526279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034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TokenLearner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7117080" cy="4351338"/>
          </a:xfrm>
        </p:spPr>
        <p:txBody>
          <a:bodyPr/>
          <a:lstStyle/>
          <a:p>
            <a:r>
              <a:rPr lang="en-US" altLang="ko-KR" dirty="0" smtClean="0"/>
              <a:t>Large number of tokens </a:t>
            </a:r>
            <a:r>
              <a:rPr lang="en-US" altLang="ko-KR" dirty="0" smtClean="0">
                <a:sym typeface="Wingdings" panose="05000000000000000000" pitchFamily="2" charset="2"/>
              </a:rPr>
              <a:t> smaller number of tokens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smtClean="0">
                <a:sym typeface="Wingdings" panose="05000000000000000000" pitchFamily="2" charset="2"/>
              </a:rPr>
              <a:t>81 (9 x 9) tokens  8 tokens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smtClean="0">
                <a:sym typeface="Wingdings" panose="05000000000000000000" pitchFamily="2" charset="2"/>
              </a:rPr>
              <a:t>6 image per 8 tokens  total 48 tokens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160" y="1404486"/>
            <a:ext cx="3088640" cy="503454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265160" y="4145280"/>
            <a:ext cx="3088640" cy="375920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540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Transformer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7137400" cy="4351338"/>
          </a:xfrm>
        </p:spPr>
        <p:txBody>
          <a:bodyPr/>
          <a:lstStyle/>
          <a:p>
            <a:r>
              <a:rPr lang="en-US" altLang="ko-KR" dirty="0"/>
              <a:t>decoder-only sequence model with 8 self-attention </a:t>
            </a:r>
            <a:r>
              <a:rPr lang="en-US" altLang="ko-KR" dirty="0" smtClean="0"/>
              <a:t>layers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160" y="1404486"/>
            <a:ext cx="3088640" cy="503454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163560" y="5019040"/>
            <a:ext cx="3088640" cy="518160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823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Action tokenization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7066280" cy="4351338"/>
          </a:xfrm>
        </p:spPr>
        <p:txBody>
          <a:bodyPr/>
          <a:lstStyle/>
          <a:p>
            <a:r>
              <a:rPr lang="en-US" altLang="ko-KR" dirty="0" smtClean="0"/>
              <a:t>Total 11 variables</a:t>
            </a:r>
          </a:p>
          <a:p>
            <a:r>
              <a:rPr lang="en-US" altLang="ko-KR" dirty="0" smtClean="0"/>
              <a:t>1 : mode (</a:t>
            </a:r>
            <a:r>
              <a:rPr lang="en-US" altLang="ko-KR" dirty="0"/>
              <a:t>controlling arm, base</a:t>
            </a:r>
          </a:p>
          <a:p>
            <a:r>
              <a:rPr lang="en-US" altLang="ko-KR" dirty="0"/>
              <a:t>or terminating the </a:t>
            </a:r>
            <a:r>
              <a:rPr lang="en-US" altLang="ko-KR" dirty="0" smtClean="0"/>
              <a:t>episode</a:t>
            </a:r>
            <a:r>
              <a:rPr lang="en-US" altLang="ko-KR" dirty="0"/>
              <a:t> 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7 : arm movement ( x, y, z, roll, pitch, yaw, </a:t>
            </a:r>
            <a:r>
              <a:rPr lang="en-US" altLang="ko-KR" dirty="0" err="1" smtClean="0"/>
              <a:t>grib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3 : base movement ( x, y, yaw )</a:t>
            </a:r>
          </a:p>
          <a:p>
            <a:endParaRPr lang="en-US" altLang="ko-KR" dirty="0"/>
          </a:p>
          <a:p>
            <a:r>
              <a:rPr lang="en-US" altLang="ko-KR" dirty="0" smtClean="0"/>
              <a:t>All of variables are represented by 256 bins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160" y="1404486"/>
            <a:ext cx="3088640" cy="503454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265160" y="5530758"/>
            <a:ext cx="3088640" cy="908275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224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Appendix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Loss function : CE</a:t>
            </a:r>
          </a:p>
          <a:p>
            <a:r>
              <a:rPr lang="en-US" altLang="ko-KR" dirty="0" smtClean="0"/>
              <a:t>Inference speed : consistently speed ( control frequency </a:t>
            </a:r>
            <a:r>
              <a:rPr lang="en-US" altLang="ko-KR" dirty="0" err="1" smtClean="0"/>
              <a:t>3Hz</a:t>
            </a:r>
            <a:r>
              <a:rPr lang="en-US" altLang="ko-KR" dirty="0" smtClean="0"/>
              <a:t>, latency </a:t>
            </a:r>
            <a:r>
              <a:rPr lang="en-US" altLang="ko-KR" dirty="0" err="1" smtClean="0"/>
              <a:t>100ms</a:t>
            </a:r>
            <a:r>
              <a:rPr lang="en-US" altLang="ko-KR" dirty="0" smtClean="0"/>
              <a:t> )</a:t>
            </a:r>
          </a:p>
          <a:p>
            <a:r>
              <a:rPr lang="en-US" altLang="ko-KR" dirty="0" smtClean="0"/>
              <a:t>Good performance about incorporating simulation data</a:t>
            </a:r>
          </a:p>
          <a:p>
            <a:r>
              <a:rPr lang="en-US" altLang="ko-KR" dirty="0" smtClean="0"/>
              <a:t>It can absorb </a:t>
            </a:r>
            <a:r>
              <a:rPr lang="en-US" altLang="ko-KR" dirty="0"/>
              <a:t>data from different robots.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4542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736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294</Words>
  <Application>Microsoft Office PowerPoint</Application>
  <PresentationFormat>와이드스크린</PresentationFormat>
  <Paragraphs>49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RT-1 (robot transformer)</vt:lpstr>
      <vt:lpstr>content</vt:lpstr>
      <vt:lpstr>Task define</vt:lpstr>
      <vt:lpstr>Dataset composition</vt:lpstr>
      <vt:lpstr>Preliminaries</vt:lpstr>
      <vt:lpstr>Model</vt:lpstr>
      <vt:lpstr>Instruction and image tokenization</vt:lpstr>
      <vt:lpstr>TokenLearner</vt:lpstr>
      <vt:lpstr>Transformer</vt:lpstr>
      <vt:lpstr>Action tokenization</vt:lpstr>
      <vt:lpstr>Appendix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RT-1 (robot transformer)</dc:title>
  <dc:creator>ADMIN</dc:creator>
  <cp:lastModifiedBy>ADMIN</cp:lastModifiedBy>
  <cp:revision>6</cp:revision>
  <dcterms:created xsi:type="dcterms:W3CDTF">2025-05-02T01:21:12Z</dcterms:created>
  <dcterms:modified xsi:type="dcterms:W3CDTF">2025-05-02T02:04:56Z</dcterms:modified>
</cp:coreProperties>
</file>